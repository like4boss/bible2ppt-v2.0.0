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Georgia"/>
              </a:defRPr>
            </a:pPr>
            <a:r>
              <a:t>Genesis 1:1-3 - 창세기 1:1-3</a:t>
            </a:r>
          </a:p>
          <a:p>
            <a:pPr algn="ctr">
              <a:lnSpc>
                <a:spcPct val="130000"/>
              </a:lnSpc>
              <a:spcAft>
                <a:spcPts val="1600"/>
              </a:spcAft>
              <a:defRPr sz="2800">
                <a:solidFill>
                  <a:srgbClr val="FFFFFF"/>
                </a:solidFill>
                <a:latin typeface="Malgun Gothic"/>
              </a:defRPr>
            </a:pPr>
            <a:r>
              <a:t>1 태초에 하나님이 천지를 창조하시니라 2 땅이 혼돈하고 공허하며 흑암이 깊음 위에 있고 하나님의 영은 수면 위에 운행하시니라 3 하나님이 이르시되 빛이 있으라 하시니 빛이 있었고</a:t>
            </a:r>
          </a:p>
          <a:p>
            <a:pPr algn="ctr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FFFFFF"/>
                </a:solidFill>
                <a:latin typeface="Georgia"/>
              </a:defRPr>
            </a:pPr>
            <a:r>
              <a:t>1 In the beginning God created the heavens and the earth. 2 Now the earth was formless and empty, darkness was over the surface of the deep, and the Spirit of God was hovering over the waters. 3 And God said, "Let there be light," and there was light.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Georgia"/>
              </a:defRPr>
            </a:pPr>
            <a:r>
              <a:t>John 3:16 - 요한복음 3:16</a:t>
            </a:r>
          </a:p>
          <a:p>
            <a:pPr algn="ctr">
              <a:lnSpc>
                <a:spcPct val="130000"/>
              </a:lnSpc>
              <a:spcAft>
                <a:spcPts val="1600"/>
              </a:spcAft>
              <a:defRPr sz="2800">
                <a:solidFill>
                  <a:srgbClr val="FFFFFF"/>
                </a:solidFill>
                <a:latin typeface="Malgun Gothic"/>
              </a:defRPr>
            </a:pPr>
            <a:r>
              <a:t>하나님이 세상을 이처럼 사랑하사 독생자를 주셨으니 이는 그를 믿는 자마다 멸망하지 않고 영생을 얻게 하려 하심이라</a:t>
            </a:r>
          </a:p>
          <a:p>
            <a:pPr algn="ctr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FFFFFF"/>
                </a:solidFill>
                <a:latin typeface="Georgia"/>
              </a:defRPr>
            </a:pPr>
            <a:r>
              <a:t>"For God so loved the world that he gave his one and only Son, that whoever believes in him shall not perish but have eternal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